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9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7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6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9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3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5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6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5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4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88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astel colors in gradient surface design">
            <a:extLst>
              <a:ext uri="{FF2B5EF4-FFF2-40B4-BE49-F238E27FC236}">
                <a16:creationId xmlns:a16="http://schemas.microsoft.com/office/drawing/2014/main" id="{F39B8F98-4147-955B-7E89-6C6CAB161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35" b="9895"/>
          <a:stretch>
            <a:fillRect/>
          </a:stretch>
        </p:blipFill>
        <p:spPr>
          <a:xfrm>
            <a:off x="2307" y="-6651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38687-0B6E-F1CC-1E16-7285F76B9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901" y="429768"/>
            <a:ext cx="6044180" cy="5409923"/>
          </a:xfrm>
        </p:spPr>
        <p:txBody>
          <a:bodyPr anchor="ctr">
            <a:normAutofit fontScale="90000"/>
          </a:bodyPr>
          <a:lstStyle/>
          <a:p>
            <a:pPr algn="r"/>
            <a:r>
              <a:rPr lang="en-US" dirty="0"/>
              <a:t>Pastel Planner – Sprint 1 </a:t>
            </a:r>
            <a:br>
              <a:rPr lang="en-US" dirty="0"/>
            </a:br>
            <a:r>
              <a:rPr lang="en-US" dirty="0"/>
              <a:t>Release</a:t>
            </a:r>
            <a:br>
              <a:rPr lang="en-US" dirty="0"/>
            </a:br>
            <a:r>
              <a:rPr lang="en-CA" b="1" dirty="0"/>
              <a:t>Course:</a:t>
            </a:r>
            <a:br>
              <a:rPr lang="en-CA" dirty="0"/>
            </a:br>
            <a:r>
              <a:rPr lang="en-CA" dirty="0"/>
              <a:t>• COMP229 – Web Application Development</a:t>
            </a:r>
            <a:endParaRPr lang="en-CA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9FBFE-826D-A3D4-55D0-D987E32DE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2987041"/>
          </a:xfrm>
        </p:spPr>
        <p:txBody>
          <a:bodyPr anchor="ctr">
            <a:normAutofit/>
          </a:bodyPr>
          <a:lstStyle/>
          <a:p>
            <a:r>
              <a:rPr lang="it-IT" b="1" dirty="0"/>
              <a:t>Team Member:</a:t>
            </a:r>
            <a:br>
              <a:rPr lang="it-IT" dirty="0"/>
            </a:br>
            <a:r>
              <a:rPr lang="it-IT" dirty="0"/>
              <a:t>• Francesca Mpolomena (301419292)</a:t>
            </a:r>
          </a:p>
          <a:p>
            <a:r>
              <a:rPr lang="en-CA" b="1"/>
              <a:t>Instructor</a:t>
            </a:r>
            <a:r>
              <a:rPr lang="en-CA" b="1" dirty="0"/>
              <a:t>:</a:t>
            </a:r>
            <a:br>
              <a:rPr lang="en-CA" dirty="0"/>
            </a:br>
            <a:r>
              <a:rPr lang="en-CA" dirty="0"/>
              <a:t>• Blessing Ajiboye</a:t>
            </a:r>
            <a:endParaRPr lang="en-CA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BC631B-599B-1E78-AA54-AC86E2C9694A}"/>
              </a:ext>
            </a:extLst>
          </p:cNvPr>
          <p:cNvSpPr txBox="1"/>
          <p:nvPr/>
        </p:nvSpPr>
        <p:spPr>
          <a:xfrm>
            <a:off x="8117607" y="4434840"/>
            <a:ext cx="40766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Project Summary:</a:t>
            </a:r>
            <a:br>
              <a:rPr lang="en-US"/>
            </a:br>
            <a:r>
              <a:rPr lang="en-US"/>
              <a:t>Pastel Planner is a MERN-based productivity planner using a soft pastel UI theme.</a:t>
            </a:r>
            <a:br>
              <a:rPr lang="en-US"/>
            </a:br>
            <a:r>
              <a:rPr lang="en-US"/>
              <a:t>This first release focuses on MERN setup, UI customization, automated testing, performance audit, and Agile tracking.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07041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DA29-A4D1-0905-8BF1-A7473318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Completed Work (Sprint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58473-A87B-CAAF-C8BF-CAF41A9A7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Development Tasks Completed:</a:t>
            </a:r>
            <a:br>
              <a:rPr lang="en-CA" dirty="0"/>
            </a:br>
            <a:r>
              <a:rPr lang="en-CA" dirty="0"/>
              <a:t>• MERN Skeleton setup</a:t>
            </a:r>
            <a:br>
              <a:rPr lang="en-CA" dirty="0"/>
            </a:br>
            <a:r>
              <a:rPr lang="en-CA" dirty="0"/>
              <a:t>• Home Page UI customization</a:t>
            </a:r>
            <a:br>
              <a:rPr lang="en-CA" dirty="0"/>
            </a:br>
            <a:r>
              <a:rPr lang="en-CA" dirty="0"/>
              <a:t>• Jest unit &amp; snapshot tests</a:t>
            </a:r>
            <a:br>
              <a:rPr lang="en-CA" dirty="0"/>
            </a:br>
            <a:r>
              <a:rPr lang="en-CA" dirty="0"/>
              <a:t>• Cypress E2E test</a:t>
            </a:r>
            <a:br>
              <a:rPr lang="en-CA" dirty="0"/>
            </a:br>
            <a:r>
              <a:rPr lang="en-CA" dirty="0"/>
              <a:t>• Lighthouse performance audit</a:t>
            </a:r>
            <a:br>
              <a:rPr lang="en-CA" dirty="0"/>
            </a:br>
            <a:r>
              <a:rPr lang="en-CA" dirty="0"/>
              <a:t>• Agile board setup using Trello</a:t>
            </a:r>
            <a:br>
              <a:rPr lang="en-CA" dirty="0"/>
            </a:br>
            <a:r>
              <a:rPr lang="en-CA" dirty="0"/>
              <a:t>• EDD, README, and demo preparation</a:t>
            </a:r>
          </a:p>
          <a:p>
            <a:pPr marL="0" indent="0">
              <a:buNone/>
            </a:pPr>
            <a:r>
              <a:rPr lang="en-US" b="1"/>
              <a:t>Tools Used:</a:t>
            </a:r>
            <a:br>
              <a:rPr lang="en-US"/>
            </a:br>
            <a:r>
              <a:rPr lang="en-US"/>
              <a:t>React, Express, Jest, Cypress, Lighthouse, Trello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968122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142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Calisto MT</vt:lpstr>
      <vt:lpstr>Univers Condensed</vt:lpstr>
      <vt:lpstr>ChronicleVTI</vt:lpstr>
      <vt:lpstr>Pastel Planner – Sprint 1  Release Course: • COMP229 – Web Application Development</vt:lpstr>
      <vt:lpstr>Completed Work (Sprint 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Francesca Paloma</dc:creator>
  <cp:lastModifiedBy>Francesca Paloma</cp:lastModifiedBy>
  <cp:revision>2</cp:revision>
  <dcterms:created xsi:type="dcterms:W3CDTF">2025-12-08T12:38:44Z</dcterms:created>
  <dcterms:modified xsi:type="dcterms:W3CDTF">2025-12-08T14:05:12Z</dcterms:modified>
</cp:coreProperties>
</file>